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ookman Old Style" panose="02050604050505020204" pitchFamily="18" charset="0"/>
      <p:regular r:id="rId13"/>
      <p:bold r:id="rId14"/>
      <p:italic r:id="rId15"/>
      <p:boldItalic r:id="rId16"/>
    </p:embeddedFont>
    <p:embeddedFont>
      <p:font typeface="DM Sans" pitchFamily="2" charset="0"/>
      <p:regular r:id="rId17"/>
    </p:embeddedFont>
    <p:embeddedFont>
      <p:font typeface="Libre Baskerville" panose="02000000000000000000" pitchFamily="2" charset="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17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>
              <a:latin typeface="Bookman Old Style" panose="0205060405050502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>
              <a:latin typeface="Bookman Old Style" panose="0205060405050502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>
              <a:latin typeface="Bookman Old Style" panose="020506040505050202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>
              <a:latin typeface="Bookman Old Style" panose="020506040505050202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>
              <a:latin typeface="Bookman Old Style" panose="020506040505050202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>
              <a:latin typeface="Bookman Old Style" panose="02050604050505020204" pitchFamily="18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>
              <a:latin typeface="Bookman Old Style" panose="02050604050505020204" pitchFamily="18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>
              <a:latin typeface="Bookman Old Style" panose="02050604050505020204" pitchFamily="18" charset="0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</a:rPr>
              <a:t>4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>
              <a:latin typeface="Bookman Old Style" panose="020506040505050202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>
              <a:latin typeface="Bookman Old Style" panose="020506040505050202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>
              <a:latin typeface="Bookman Old Style" panose="020506040505050202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>
              <a:latin typeface="Bookman Old Style" panose="020506040505050202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>
              <a:latin typeface="Bookman Old Style" panose="020506040505050202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>
              <a:latin typeface="Bookman Old Style" panose="020506040505050202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Bookman Old Style" panose="02050604050505020204" pitchFamily="18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>
              <a:latin typeface="Bookman Old Style" panose="02050604050505020204" pitchFamily="18" charset="0"/>
            </a:endParaRPr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Bookman Old Style</vt:lpstr>
      <vt:lpstr>Libre Baskerville</vt:lpstr>
      <vt:lpstr>Arial</vt:lpstr>
      <vt:lpstr>DM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Krish Soni</cp:lastModifiedBy>
  <cp:revision>5</cp:revision>
  <dcterms:created xsi:type="dcterms:W3CDTF">2025-10-14T02:52:14Z</dcterms:created>
  <dcterms:modified xsi:type="dcterms:W3CDTF">2026-09-28T11:15:57Z</dcterms:modified>
</cp:coreProperties>
</file>